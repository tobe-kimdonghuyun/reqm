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  <p:sldId id="261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4" r:id="rId16"/>
    <p:sldId id="275" r:id="rId17"/>
    <p:sldId id="276" r:id="rId18"/>
    <p:sldId id="277" r:id="rId19"/>
    <p:sldId id="279" r:id="rId20"/>
    <p:sldId id="280" r:id="rId21"/>
    <p:sldId id="278" r:id="rId22"/>
    <p:sldId id="281" r:id="rId23"/>
    <p:sldId id="282" r:id="rId24"/>
    <p:sldId id="283" r:id="rId25"/>
    <p:sldId id="285" r:id="rId26"/>
    <p:sldId id="284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35764-BE1A-4782-B017-63C60B3B80F4}" type="datetimeFigureOut">
              <a:rPr lang="ko-KR" altLang="en-US" smtClean="0"/>
              <a:t>2026-06-30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353E6-1AFF-42A4-A57B-3F6E7F1623A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9329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35764-BE1A-4782-B017-63C60B3B80F4}" type="datetimeFigureOut">
              <a:rPr lang="ko-KR" altLang="en-US" smtClean="0"/>
              <a:t>2026-06-30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353E6-1AFF-42A4-A57B-3F6E7F1623A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92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35764-BE1A-4782-B017-63C60B3B80F4}" type="datetimeFigureOut">
              <a:rPr lang="ko-KR" altLang="en-US" smtClean="0"/>
              <a:t>2026-06-30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353E6-1AFF-42A4-A57B-3F6E7F1623A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0074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35764-BE1A-4782-B017-63C60B3B80F4}" type="datetimeFigureOut">
              <a:rPr lang="ko-KR" altLang="en-US" smtClean="0"/>
              <a:t>2026-06-30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353E6-1AFF-42A4-A57B-3F6E7F1623A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6524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35764-BE1A-4782-B017-63C60B3B80F4}" type="datetimeFigureOut">
              <a:rPr lang="ko-KR" altLang="en-US" smtClean="0"/>
              <a:t>2026-06-30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353E6-1AFF-42A4-A57B-3F6E7F1623A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1740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35764-BE1A-4782-B017-63C60B3B80F4}" type="datetimeFigureOut">
              <a:rPr lang="ko-KR" altLang="en-US" smtClean="0"/>
              <a:t>2026-06-30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353E6-1AFF-42A4-A57B-3F6E7F1623A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0289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35764-BE1A-4782-B017-63C60B3B80F4}" type="datetimeFigureOut">
              <a:rPr lang="ko-KR" altLang="en-US" smtClean="0"/>
              <a:t>2026-06-30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353E6-1AFF-42A4-A57B-3F6E7F1623A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139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35764-BE1A-4782-B017-63C60B3B80F4}" type="datetimeFigureOut">
              <a:rPr lang="ko-KR" altLang="en-US" smtClean="0"/>
              <a:t>2026-06-30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353E6-1AFF-42A4-A57B-3F6E7F1623A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5028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35764-BE1A-4782-B017-63C60B3B80F4}" type="datetimeFigureOut">
              <a:rPr lang="ko-KR" altLang="en-US" smtClean="0"/>
              <a:t>2026-06-30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353E6-1AFF-42A4-A57B-3F6E7F1623A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4064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35764-BE1A-4782-B017-63C60B3B80F4}" type="datetimeFigureOut">
              <a:rPr lang="ko-KR" altLang="en-US" smtClean="0"/>
              <a:t>2026-06-30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353E6-1AFF-42A4-A57B-3F6E7F1623A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0648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35764-BE1A-4782-B017-63C60B3B80F4}" type="datetimeFigureOut">
              <a:rPr lang="ko-KR" altLang="en-US" smtClean="0"/>
              <a:t>2026-06-30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353E6-1AFF-42A4-A57B-3F6E7F1623A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4647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335764-BE1A-4782-B017-63C60B3B80F4}" type="datetimeFigureOut">
              <a:rPr lang="ko-KR" altLang="en-US" smtClean="0"/>
              <a:t>2026-06-30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9353E6-1AFF-42A4-A57B-3F6E7F1623A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8139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code.visualstudio.co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-scm.com/download/win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tfs2.tobesoft.com:9443/tfs/XPLATFORM/_git/WORK800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5759" y="157942"/>
            <a:ext cx="9210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</a:t>
            </a:r>
            <a:r>
              <a:rPr lang="en-US" altLang="ko-KR" dirty="0" smtClean="0">
                <a:hlinkClick r:id="rId2"/>
              </a:rPr>
              <a:t>https://code.visualstudio.com/</a:t>
            </a:r>
            <a:r>
              <a:rPr lang="en-US" altLang="ko-KR" dirty="0" smtClean="0"/>
              <a:t>  </a:t>
            </a:r>
            <a:r>
              <a:rPr lang="ko-KR" altLang="en-US" dirty="0" smtClean="0"/>
              <a:t>접속해서 </a:t>
            </a:r>
            <a:r>
              <a:rPr lang="en-US" altLang="ko-KR" dirty="0" smtClean="0"/>
              <a:t>Visual studio code</a:t>
            </a:r>
            <a:r>
              <a:rPr lang="ko-KR" altLang="en-US" dirty="0" smtClean="0"/>
              <a:t>를 설치한다 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88" y="1015999"/>
            <a:ext cx="10315015" cy="548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170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5759" y="157942"/>
            <a:ext cx="9210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</a:t>
            </a:r>
            <a:r>
              <a:rPr lang="en-US" altLang="ko-KR" dirty="0" err="1" smtClean="0">
                <a:hlinkClick r:id="rId2"/>
              </a:rPr>
              <a:t>Git</a:t>
            </a:r>
            <a:r>
              <a:rPr lang="en-US" altLang="ko-KR" dirty="0" smtClean="0">
                <a:hlinkClick r:id="rId2"/>
              </a:rPr>
              <a:t> - Downloading Package (git-scm.com)</a:t>
            </a:r>
            <a:r>
              <a:rPr lang="ko-KR" altLang="en-US" dirty="0" smtClean="0"/>
              <a:t>접속해서 </a:t>
            </a:r>
            <a:r>
              <a:rPr lang="en-US" altLang="ko-KR" dirty="0" err="1" smtClean="0"/>
              <a:t>git</a:t>
            </a:r>
            <a:r>
              <a:rPr lang="ko-KR" altLang="en-US" dirty="0" smtClean="0"/>
              <a:t>을 설치한다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9" y="897467"/>
            <a:ext cx="11339833" cy="3150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715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5759" y="157942"/>
            <a:ext cx="104574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3. Visual Studio code</a:t>
            </a:r>
            <a:r>
              <a:rPr lang="ko-KR" altLang="en-US" dirty="0" smtClean="0"/>
              <a:t>를 실행 후 좌측 </a:t>
            </a:r>
            <a:r>
              <a:rPr lang="en-US" altLang="ko-KR" dirty="0" smtClean="0"/>
              <a:t>source control</a:t>
            </a:r>
            <a:r>
              <a:rPr lang="ko-KR" altLang="en-US" dirty="0" smtClean="0"/>
              <a:t>을 클릭하거나  </a:t>
            </a:r>
            <a:r>
              <a:rPr lang="en-US" altLang="ko-KR" dirty="0" err="1" smtClean="0"/>
              <a:t>Ctrl+Shift+G</a:t>
            </a:r>
            <a:r>
              <a:rPr lang="ko-KR" altLang="en-US" dirty="0" smtClean="0"/>
              <a:t>를 입력한다 그리고 </a:t>
            </a:r>
            <a:r>
              <a:rPr lang="en-US" altLang="ko-KR" dirty="0" smtClean="0"/>
              <a:t>Clone Repository</a:t>
            </a:r>
            <a:r>
              <a:rPr lang="ko-KR" altLang="en-US" dirty="0" smtClean="0"/>
              <a:t> 클릭한다 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88" y="1156760"/>
            <a:ext cx="2915057" cy="3829584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673331" y="2410691"/>
            <a:ext cx="465513" cy="4738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/>
          <p:cNvCxnSpPr>
            <a:stCxn id="6" idx="3"/>
          </p:cNvCxnSpPr>
          <p:nvPr/>
        </p:nvCxnSpPr>
        <p:spPr>
          <a:xfrm flipV="1">
            <a:off x="1138844" y="2261062"/>
            <a:ext cx="839585" cy="3865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028305" y="2128058"/>
            <a:ext cx="3258590" cy="3823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source control </a:t>
            </a:r>
            <a:r>
              <a:rPr lang="ko-KR" altLang="en-US" dirty="0" smtClean="0"/>
              <a:t>클릭 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1266306" y="2892828"/>
            <a:ext cx="2249978" cy="4738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/>
          <p:cNvCxnSpPr/>
          <p:nvPr/>
        </p:nvCxnSpPr>
        <p:spPr>
          <a:xfrm flipV="1">
            <a:off x="3516284" y="2776452"/>
            <a:ext cx="839585" cy="3865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405745" y="2643448"/>
            <a:ext cx="3258590" cy="3823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Clone Repository</a:t>
            </a:r>
            <a:r>
              <a:rPr lang="ko-KR" altLang="en-US" dirty="0" smtClean="0"/>
              <a:t> 클릭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3109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13" y="863196"/>
            <a:ext cx="11098174" cy="55443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59" y="157942"/>
            <a:ext cx="11078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상단에 </a:t>
            </a:r>
            <a:r>
              <a:rPr lang="en-US" altLang="ko-KR" dirty="0" smtClean="0"/>
              <a:t>Edit</a:t>
            </a:r>
            <a:r>
              <a:rPr lang="ko-KR" altLang="en-US" dirty="0" smtClean="0"/>
              <a:t>가 활성화 되면 </a:t>
            </a:r>
            <a:r>
              <a:rPr lang="en-US" altLang="ko-KR" dirty="0" smtClean="0">
                <a:hlinkClick r:id="rId3"/>
              </a:rPr>
              <a:t>https://tfs2.tobesoft.com:9443/tfs/XPLATFORM/_git/WORK800</a:t>
            </a:r>
            <a:r>
              <a:rPr lang="en-US" altLang="ko-KR" dirty="0" smtClean="0"/>
              <a:t> </a:t>
            </a:r>
            <a:r>
              <a:rPr lang="ko-KR" altLang="en-US" dirty="0" smtClean="0"/>
              <a:t>입력 후 </a:t>
            </a:r>
            <a:r>
              <a:rPr lang="ko-KR" altLang="en-US" dirty="0" err="1" smtClean="0"/>
              <a:t>엔터를</a:t>
            </a:r>
            <a:r>
              <a:rPr lang="ko-KR" altLang="en-US" dirty="0" smtClean="0"/>
              <a:t> 입력한다</a:t>
            </a:r>
            <a:r>
              <a:rPr lang="en-US" altLang="ko-KR" dirty="0" smtClean="0"/>
              <a:t>.  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4045527" y="874279"/>
            <a:ext cx="5671128" cy="4738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/>
          <p:cNvCxnSpPr/>
          <p:nvPr/>
        </p:nvCxnSpPr>
        <p:spPr>
          <a:xfrm>
            <a:off x="6096000" y="1348104"/>
            <a:ext cx="509847" cy="90141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628014" y="2071947"/>
            <a:ext cx="3258590" cy="3823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주소를 입력한다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44526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695" y="1504306"/>
            <a:ext cx="7682450" cy="4327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59" y="157942"/>
            <a:ext cx="11078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 </a:t>
            </a:r>
            <a:r>
              <a:rPr lang="en-US" altLang="ko-KR" dirty="0" err="1" smtClean="0"/>
              <a:t>Filedialog</a:t>
            </a:r>
            <a:r>
              <a:rPr lang="ko-KR" altLang="en-US" dirty="0" smtClean="0"/>
              <a:t>가 활성화 되면 </a:t>
            </a:r>
            <a:r>
              <a:rPr lang="en-US" altLang="ko-KR" dirty="0" err="1" smtClean="0"/>
              <a:t>nexacro</a:t>
            </a:r>
            <a:r>
              <a:rPr lang="en-US" altLang="ko-KR" dirty="0"/>
              <a:t> </a:t>
            </a:r>
            <a:r>
              <a:rPr lang="ko-KR" altLang="en-US" dirty="0" smtClean="0"/>
              <a:t>소스를 </a:t>
            </a:r>
            <a:r>
              <a:rPr lang="ko-KR" altLang="en-US" dirty="0" err="1" smtClean="0"/>
              <a:t>받고하</a:t>
            </a:r>
            <a:r>
              <a:rPr lang="ko-KR" altLang="en-US" dirty="0" smtClean="0"/>
              <a:t> 하는 </a:t>
            </a:r>
            <a:r>
              <a:rPr lang="en-US" altLang="ko-KR" dirty="0" smtClean="0"/>
              <a:t>folder</a:t>
            </a:r>
            <a:r>
              <a:rPr lang="ko-KR" altLang="en-US" dirty="0" smtClean="0"/>
              <a:t>를 지정 한 후 </a:t>
            </a:r>
            <a:r>
              <a:rPr lang="en-US" altLang="ko-KR" dirty="0" smtClean="0"/>
              <a:t>[]Select as Repository Destination] 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5661891" y="5523345"/>
            <a:ext cx="1801091" cy="2124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/>
          <p:cNvCxnSpPr/>
          <p:nvPr/>
        </p:nvCxnSpPr>
        <p:spPr>
          <a:xfrm>
            <a:off x="3401931" y="1905028"/>
            <a:ext cx="3203916" cy="34448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628014" y="2071947"/>
            <a:ext cx="3258590" cy="3823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Folder</a:t>
            </a:r>
            <a:r>
              <a:rPr lang="ko-KR" altLang="en-US" dirty="0" smtClean="0"/>
              <a:t>를 지정한다 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1589756" y="1798810"/>
            <a:ext cx="1801091" cy="2124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/>
          <p:cNvCxnSpPr/>
          <p:nvPr/>
        </p:nvCxnSpPr>
        <p:spPr>
          <a:xfrm>
            <a:off x="6766187" y="5735782"/>
            <a:ext cx="1685086" cy="24014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78982" y="5902701"/>
            <a:ext cx="477187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버튼을 클릭한다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0279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5759" y="157942"/>
            <a:ext cx="11078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 </a:t>
            </a:r>
            <a:r>
              <a:rPr lang="ko-KR" altLang="en-US" dirty="0" smtClean="0"/>
              <a:t>계정 등록에 관련한 창이 활성화 되면 계정정보 </a:t>
            </a:r>
            <a:r>
              <a:rPr lang="ko-KR" altLang="en-US" dirty="0" err="1" smtClean="0"/>
              <a:t>입력후</a:t>
            </a:r>
            <a:r>
              <a:rPr lang="ko-KR" altLang="en-US" dirty="0" smtClean="0"/>
              <a:t> </a:t>
            </a:r>
            <a:r>
              <a:rPr lang="en-US" altLang="ko-KR" dirty="0" smtClean="0"/>
              <a:t>continue</a:t>
            </a:r>
            <a:r>
              <a:rPr lang="ko-KR" altLang="en-US" dirty="0" smtClean="0"/>
              <a:t>를 클릭한다  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4121" y="1825480"/>
            <a:ext cx="4067175" cy="311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42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5759" y="157942"/>
            <a:ext cx="11078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5. Visual Studio code </a:t>
            </a:r>
            <a:r>
              <a:rPr lang="ko-KR" altLang="en-US" dirty="0" smtClean="0"/>
              <a:t>우측 하단에 아래와 같이 나오게 되면 소스가 받아지고 있는 상태입니다 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673" y="1939830"/>
            <a:ext cx="6759865" cy="2068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460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5759" y="157942"/>
            <a:ext cx="11078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</a:t>
            </a:r>
            <a:r>
              <a:rPr lang="en-US" altLang="ko-KR" dirty="0" smtClean="0"/>
              <a:t>. </a:t>
            </a:r>
            <a:r>
              <a:rPr lang="ko-KR" altLang="en-US" dirty="0" smtClean="0"/>
              <a:t>완료가 되면 아래와 같이 </a:t>
            </a:r>
            <a:r>
              <a:rPr lang="ko-KR" altLang="en-US" dirty="0" err="1" smtClean="0"/>
              <a:t>확인창이</a:t>
            </a:r>
            <a:r>
              <a:rPr lang="ko-KR" altLang="en-US" dirty="0" smtClean="0"/>
              <a:t> 활성화 되면 </a:t>
            </a:r>
            <a:r>
              <a:rPr lang="en-US" altLang="ko-KR" dirty="0" smtClean="0"/>
              <a:t>[open]</a:t>
            </a:r>
            <a:r>
              <a:rPr lang="ko-KR" altLang="en-US" dirty="0" smtClean="0"/>
              <a:t>을 클릭한다 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680" y="2181051"/>
            <a:ext cx="4934639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588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5759" y="157942"/>
            <a:ext cx="11078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7. </a:t>
            </a:r>
            <a:r>
              <a:rPr lang="ko-KR" altLang="en-US" dirty="0" smtClean="0"/>
              <a:t>완료가 되면 아래와 같이 </a:t>
            </a:r>
            <a:r>
              <a:rPr lang="ko-KR" altLang="en-US" dirty="0" err="1" smtClean="0"/>
              <a:t>확인창이</a:t>
            </a:r>
            <a:r>
              <a:rPr lang="ko-KR" altLang="en-US" dirty="0" smtClean="0"/>
              <a:t> 활성화 되면 </a:t>
            </a:r>
            <a:r>
              <a:rPr lang="en-US" altLang="ko-KR" dirty="0" smtClean="0"/>
              <a:t>[open]</a:t>
            </a:r>
            <a:r>
              <a:rPr lang="ko-KR" altLang="en-US" dirty="0" smtClean="0"/>
              <a:t>을 클릭한다  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680" y="2181051"/>
            <a:ext cx="4934639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688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5759" y="157942"/>
            <a:ext cx="11078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8. </a:t>
            </a:r>
            <a:r>
              <a:rPr lang="en-US" altLang="ko-KR" dirty="0" err="1" smtClean="0"/>
              <a:t>Nexacro</a:t>
            </a:r>
            <a:r>
              <a:rPr lang="en-US" altLang="ko-KR" dirty="0" smtClean="0"/>
              <a:t> </a:t>
            </a:r>
            <a:r>
              <a:rPr lang="ko-KR" altLang="en-US" dirty="0" smtClean="0"/>
              <a:t>엔진 소스가 </a:t>
            </a:r>
            <a:r>
              <a:rPr lang="en-US" altLang="ko-KR" dirty="0" smtClean="0"/>
              <a:t>open </a:t>
            </a:r>
            <a:r>
              <a:rPr lang="ko-KR" altLang="en-US" dirty="0" smtClean="0"/>
              <a:t>되면서 아래의 창이 활성화 한데 </a:t>
            </a:r>
            <a:r>
              <a:rPr lang="en-US" altLang="ko-KR" dirty="0" smtClean="0"/>
              <a:t>checkbox</a:t>
            </a:r>
            <a:r>
              <a:rPr lang="ko-KR" altLang="en-US" dirty="0" smtClean="0"/>
              <a:t>를 클릭 후 </a:t>
            </a:r>
            <a:r>
              <a:rPr lang="en-US" altLang="ko-KR" dirty="0" smtClean="0"/>
              <a:t>Yes </a:t>
            </a:r>
            <a:r>
              <a:rPr lang="ko-KR" altLang="en-US" dirty="0" smtClean="0"/>
              <a:t>버튼을 클릭한다 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1698" y="1379969"/>
            <a:ext cx="5506218" cy="41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984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5759" y="157942"/>
            <a:ext cx="11078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9. </a:t>
            </a:r>
            <a:r>
              <a:rPr lang="ko-KR" altLang="en-US" dirty="0" smtClean="0"/>
              <a:t>원활한 사용을 위하여 추가적인 설치가 필요하다 좌측 아이콘 중 </a:t>
            </a:r>
            <a:r>
              <a:rPr lang="en-US" altLang="ko-KR" dirty="0" smtClean="0"/>
              <a:t>[Extensions]</a:t>
            </a:r>
            <a:r>
              <a:rPr lang="ko-KR" altLang="en-US" dirty="0" smtClean="0"/>
              <a:t>를 클릭한다  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500" y="711200"/>
            <a:ext cx="5175893" cy="5863070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3011055" y="2105891"/>
            <a:ext cx="378690" cy="3509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136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237" y="722356"/>
            <a:ext cx="6947969" cy="60201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74995" y="185651"/>
            <a:ext cx="11078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10. </a:t>
            </a:r>
            <a:r>
              <a:rPr lang="en-US" altLang="ko-KR" dirty="0" err="1"/>
              <a:t>Git</a:t>
            </a:r>
            <a:r>
              <a:rPr lang="en-US" altLang="ko-KR" dirty="0"/>
              <a:t> Extension </a:t>
            </a:r>
            <a:r>
              <a:rPr lang="en-US" altLang="ko-KR" dirty="0" smtClean="0"/>
              <a:t>Pack,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Graph </a:t>
            </a:r>
            <a:r>
              <a:rPr lang="ko-KR" altLang="en-US" dirty="0" smtClean="0"/>
              <a:t>을 검색 후 </a:t>
            </a:r>
            <a:r>
              <a:rPr lang="en-US" altLang="ko-KR" dirty="0" smtClean="0"/>
              <a:t>install</a:t>
            </a:r>
            <a:r>
              <a:rPr lang="ko-KR" altLang="en-US" dirty="0"/>
              <a:t> </a:t>
            </a:r>
            <a:r>
              <a:rPr lang="ko-KR" altLang="en-US" dirty="0" smtClean="0"/>
              <a:t>한 다음 </a:t>
            </a:r>
            <a:r>
              <a:rPr lang="en-US" altLang="ko-KR" dirty="0" smtClean="0"/>
              <a:t>Visual Studio code</a:t>
            </a:r>
            <a:r>
              <a:rPr lang="ko-KR" altLang="en-US" dirty="0" smtClean="0"/>
              <a:t>를 재실행한다  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7887855" y="4341091"/>
            <a:ext cx="378690" cy="3509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6922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4995" y="185651"/>
            <a:ext cx="11078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11. </a:t>
            </a:r>
            <a:r>
              <a:rPr lang="ko-KR" altLang="en-US" dirty="0" smtClean="0"/>
              <a:t>좌측 아이콘 중 </a:t>
            </a:r>
            <a:r>
              <a:rPr lang="en-US" altLang="ko-KR" dirty="0" smtClean="0"/>
              <a:t>[Source Control]</a:t>
            </a:r>
            <a:r>
              <a:rPr lang="ko-KR" altLang="en-US" dirty="0" smtClean="0"/>
              <a:t>를 클릭한다 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6421" y="647347"/>
            <a:ext cx="2802649" cy="5891999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2856421" y="1219201"/>
            <a:ext cx="378690" cy="3509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63505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4995" y="185651"/>
            <a:ext cx="11078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11. Branch </a:t>
            </a:r>
            <a:r>
              <a:rPr lang="ko-KR" altLang="en-US" dirty="0" smtClean="0"/>
              <a:t>접근 및 수정 이력을 확인할 수 있습니다 주로 아래의 </a:t>
            </a:r>
            <a:r>
              <a:rPr lang="en-US" altLang="ko-KR" dirty="0" smtClean="0"/>
              <a:t>4</a:t>
            </a:r>
            <a:r>
              <a:rPr lang="ko-KR" altLang="en-US" dirty="0" smtClean="0"/>
              <a:t>개 정도를 사용하시게 </a:t>
            </a:r>
            <a:r>
              <a:rPr lang="ko-KR" altLang="en-US" dirty="0" err="1" smtClean="0"/>
              <a:t>될겁니다</a:t>
            </a:r>
            <a:r>
              <a:rPr lang="ko-KR" altLang="en-US" dirty="0" smtClean="0"/>
              <a:t>  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56" y="628073"/>
            <a:ext cx="2569369" cy="6229927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034473" y="858983"/>
            <a:ext cx="2660072" cy="1016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1034473" y="1948073"/>
            <a:ext cx="2660072" cy="141091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1034473" y="3432075"/>
            <a:ext cx="2660072" cy="1287707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1034473" y="4787698"/>
            <a:ext cx="2660072" cy="1178993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1" name="직선 화살표 연결선 10"/>
          <p:cNvCxnSpPr>
            <a:stCxn id="6" idx="3"/>
          </p:cNvCxnSpPr>
          <p:nvPr/>
        </p:nvCxnSpPr>
        <p:spPr>
          <a:xfrm>
            <a:off x="3694545" y="1366983"/>
            <a:ext cx="1930400" cy="1385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624945" y="1057669"/>
            <a:ext cx="4516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소스가 수정이 발생 시 수정된 파일의 정보가 활성화 됨   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/>
        </p:nvCxnSpPr>
        <p:spPr>
          <a:xfrm>
            <a:off x="3694545" y="2549637"/>
            <a:ext cx="1930400" cy="13852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624945" y="2371897"/>
            <a:ext cx="4821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선택된 </a:t>
            </a:r>
            <a:r>
              <a:rPr lang="en-US" altLang="ko-KR" dirty="0" smtClean="0"/>
              <a:t>Branch</a:t>
            </a:r>
            <a:r>
              <a:rPr lang="ko-KR" altLang="en-US" dirty="0" smtClean="0"/>
              <a:t>의 </a:t>
            </a:r>
            <a:r>
              <a:rPr lang="ko-KR" altLang="en-US" dirty="0" err="1" smtClean="0"/>
              <a:t>수정이력을</a:t>
            </a:r>
            <a:r>
              <a:rPr lang="ko-KR" altLang="en-US" dirty="0" smtClean="0"/>
              <a:t> 확인할 수 있음 </a:t>
            </a:r>
            <a:endParaRPr lang="ko-KR" altLang="en-US" dirty="0"/>
          </a:p>
        </p:txBody>
      </p:sp>
      <p:cxnSp>
        <p:nvCxnSpPr>
          <p:cNvPr id="15" name="직선 화살표 연결선 14"/>
          <p:cNvCxnSpPr/>
          <p:nvPr/>
        </p:nvCxnSpPr>
        <p:spPr>
          <a:xfrm>
            <a:off x="3694545" y="4169942"/>
            <a:ext cx="1930400" cy="13852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24945" y="3992202"/>
            <a:ext cx="64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현재 선택된 </a:t>
            </a:r>
            <a:r>
              <a:rPr lang="en-US" altLang="ko-KR" dirty="0" smtClean="0"/>
              <a:t>Branch</a:t>
            </a:r>
            <a:r>
              <a:rPr lang="ko-KR" altLang="en-US" dirty="0" smtClean="0"/>
              <a:t>의 정보를 확인 </a:t>
            </a:r>
            <a:r>
              <a:rPr lang="ko-KR" altLang="en-US" dirty="0" err="1" smtClean="0"/>
              <a:t>할수</a:t>
            </a:r>
            <a:r>
              <a:rPr lang="ko-KR" altLang="en-US" dirty="0" smtClean="0"/>
              <a:t> 있음 </a:t>
            </a:r>
            <a:r>
              <a:rPr lang="en-US" altLang="ko-KR" dirty="0" smtClean="0"/>
              <a:t>(Mater </a:t>
            </a:r>
            <a:r>
              <a:rPr lang="ko-KR" altLang="en-US" dirty="0" smtClean="0"/>
              <a:t>선택됨</a:t>
            </a:r>
            <a:r>
              <a:rPr lang="en-US" altLang="ko-KR" dirty="0" smtClean="0"/>
              <a:t>)</a:t>
            </a:r>
            <a:r>
              <a:rPr lang="ko-KR" altLang="en-US" dirty="0" smtClean="0"/>
              <a:t>  </a:t>
            </a:r>
            <a:endParaRPr lang="ko-KR" altLang="en-US" dirty="0"/>
          </a:p>
        </p:txBody>
      </p:sp>
      <p:cxnSp>
        <p:nvCxnSpPr>
          <p:cNvPr id="17" name="직선 화살표 연결선 16"/>
          <p:cNvCxnSpPr/>
          <p:nvPr/>
        </p:nvCxnSpPr>
        <p:spPr>
          <a:xfrm>
            <a:off x="3694545" y="5352308"/>
            <a:ext cx="1930400" cy="13852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24945" y="5174568"/>
            <a:ext cx="6400800" cy="369332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원격서버의</a:t>
            </a:r>
            <a:r>
              <a:rPr lang="ko-KR" altLang="en-US" dirty="0" smtClean="0"/>
              <a:t> 모든 </a:t>
            </a:r>
            <a:r>
              <a:rPr lang="en-US" altLang="ko-KR" dirty="0" smtClean="0"/>
              <a:t>branch </a:t>
            </a:r>
            <a:r>
              <a:rPr lang="ko-KR" altLang="en-US" dirty="0" smtClean="0"/>
              <a:t>정보를 </a:t>
            </a:r>
            <a:r>
              <a:rPr lang="ko-KR" altLang="en-US" dirty="0" err="1" smtClean="0"/>
              <a:t>확인할수</a:t>
            </a:r>
            <a:r>
              <a:rPr lang="ko-KR" altLang="en-US" dirty="0" smtClean="0"/>
              <a:t> 있음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8184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4232" y="592052"/>
            <a:ext cx="8769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12-1. F1-&gt;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log</a:t>
            </a:r>
            <a:r>
              <a:rPr lang="ko-KR" altLang="en-US" dirty="0" smtClean="0"/>
              <a:t>를 입력한 후 </a:t>
            </a:r>
            <a:r>
              <a:rPr lang="en-US" altLang="ko-KR" dirty="0" err="1" smtClean="0"/>
              <a:t>Gti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Grapth</a:t>
            </a:r>
            <a:r>
              <a:rPr lang="en-US" altLang="ko-KR" dirty="0" smtClean="0"/>
              <a:t>: View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Grap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log) </a:t>
            </a:r>
            <a:r>
              <a:rPr lang="ko-KR" altLang="en-US" dirty="0" smtClean="0"/>
              <a:t>선택 </a:t>
            </a:r>
            <a:endParaRPr lang="en-US" altLang="ko-KR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912" y="1639461"/>
            <a:ext cx="6649378" cy="19719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3323" y="70197"/>
            <a:ext cx="11078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12. </a:t>
            </a:r>
            <a:r>
              <a:rPr lang="ko-KR" altLang="en-US" dirty="0" smtClean="0"/>
              <a:t>수정 내역 조회 하는 방법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61813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3323" y="185651"/>
            <a:ext cx="11078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12-2. </a:t>
            </a:r>
            <a:r>
              <a:rPr lang="ko-KR" altLang="en-US" dirty="0" smtClean="0"/>
              <a:t>찾고 하자 하는  </a:t>
            </a:r>
            <a:r>
              <a:rPr lang="en-US" altLang="ko-KR" dirty="0" smtClean="0"/>
              <a:t>commit hash</a:t>
            </a:r>
            <a:r>
              <a:rPr lang="ko-KR" altLang="en-US" dirty="0" smtClean="0"/>
              <a:t>를 입력하면 </a:t>
            </a:r>
            <a:r>
              <a:rPr lang="ko-KR" altLang="en-US" dirty="0" err="1" smtClean="0"/>
              <a:t>엔터를</a:t>
            </a:r>
            <a:r>
              <a:rPr lang="ko-KR" altLang="en-US" dirty="0" smtClean="0"/>
              <a:t> 입력한다 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52" y="858982"/>
            <a:ext cx="11791989" cy="5541818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8617527" y="1182255"/>
            <a:ext cx="1902691" cy="2493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/>
          <p:cNvCxnSpPr/>
          <p:nvPr/>
        </p:nvCxnSpPr>
        <p:spPr>
          <a:xfrm flipH="1">
            <a:off x="9531927" y="1459345"/>
            <a:ext cx="36946" cy="41563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38835" y="1939636"/>
            <a:ext cx="378720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Commit hash </a:t>
            </a:r>
            <a:r>
              <a:rPr lang="ko-KR" altLang="en-US" dirty="0" smtClean="0"/>
              <a:t>입력 후 </a:t>
            </a:r>
            <a:r>
              <a:rPr lang="ko-KR" altLang="en-US" dirty="0" err="1" smtClean="0"/>
              <a:t>엔터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1879599" y="3957782"/>
            <a:ext cx="3505201" cy="2493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/>
          <p:cNvCxnSpPr/>
          <p:nvPr/>
        </p:nvCxnSpPr>
        <p:spPr>
          <a:xfrm flipH="1">
            <a:off x="4040909" y="4216400"/>
            <a:ext cx="36946" cy="41563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161145" y="4641274"/>
            <a:ext cx="179647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</a:t>
            </a:r>
            <a:r>
              <a:rPr lang="ko-KR" altLang="en-US" dirty="0" smtClean="0"/>
              <a:t>제목을 클릭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6918331" y="4230193"/>
            <a:ext cx="3505201" cy="4018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/>
          <p:cNvCxnSpPr/>
          <p:nvPr/>
        </p:nvCxnSpPr>
        <p:spPr>
          <a:xfrm flipH="1">
            <a:off x="8473357" y="4645770"/>
            <a:ext cx="36946" cy="41563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593592" y="5070644"/>
            <a:ext cx="371171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수정이 발생된 파일 확인 해당 파일 클릭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70413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39" y="2373622"/>
            <a:ext cx="11727101" cy="24363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323" y="185651"/>
            <a:ext cx="11078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12-3. </a:t>
            </a:r>
            <a:r>
              <a:rPr lang="ko-KR" altLang="en-US" dirty="0" smtClean="0"/>
              <a:t>수정된 내역을 확인할 수 있음 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1801091" y="4230256"/>
            <a:ext cx="10390909" cy="2493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/>
          <p:cNvCxnSpPr/>
          <p:nvPr/>
        </p:nvCxnSpPr>
        <p:spPr>
          <a:xfrm flipH="1">
            <a:off x="6437745" y="4479637"/>
            <a:ext cx="378692" cy="82900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20144" y="5308640"/>
            <a:ext cx="378720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수정 내역을 확인 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41500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3323" y="185651"/>
            <a:ext cx="11078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13. SITE BRANCH </a:t>
            </a:r>
            <a:r>
              <a:rPr lang="ko-KR" altLang="en-US" dirty="0" smtClean="0"/>
              <a:t>받는 방법  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36633" y="554983"/>
            <a:ext cx="11078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13-1. Source Control </a:t>
            </a:r>
            <a:r>
              <a:rPr lang="ko-KR" altLang="en-US" dirty="0" smtClean="0"/>
              <a:t>에서</a:t>
            </a:r>
            <a:r>
              <a:rPr lang="en-US" altLang="ko-KR" dirty="0" smtClean="0"/>
              <a:t> Remote</a:t>
            </a:r>
            <a:r>
              <a:rPr lang="ko-KR" altLang="en-US" dirty="0" smtClean="0"/>
              <a:t>를 선택 한 후 </a:t>
            </a:r>
            <a:r>
              <a:rPr lang="en-US" altLang="ko-KR" dirty="0" smtClean="0"/>
              <a:t>fetch</a:t>
            </a:r>
            <a:r>
              <a:rPr lang="ko-KR" altLang="en-US" dirty="0" smtClean="0"/>
              <a:t>를 클릭한다 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    </a:t>
            </a:r>
            <a:r>
              <a:rPr lang="ko-KR" altLang="en-US" dirty="0" smtClean="0"/>
              <a:t>해당 동작을 해야지 새로 생성된 사이트 개별 </a:t>
            </a:r>
            <a:r>
              <a:rPr lang="en-US" altLang="ko-KR" dirty="0" smtClean="0"/>
              <a:t>Branch</a:t>
            </a:r>
            <a:r>
              <a:rPr lang="ko-KR" altLang="en-US" dirty="0" smtClean="0"/>
              <a:t>가 보입니다 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828" y="1570646"/>
            <a:ext cx="6096851" cy="4667901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7075055" y="2687783"/>
            <a:ext cx="212435" cy="2493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/>
          <p:cNvCxnSpPr/>
          <p:nvPr/>
        </p:nvCxnSpPr>
        <p:spPr>
          <a:xfrm>
            <a:off x="7181272" y="2926459"/>
            <a:ext cx="1390073" cy="27855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571345" y="3020352"/>
            <a:ext cx="244763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클릭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313710" y="3532910"/>
            <a:ext cx="4761345" cy="6326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/>
          <p:cNvCxnSpPr/>
          <p:nvPr/>
        </p:nvCxnSpPr>
        <p:spPr>
          <a:xfrm>
            <a:off x="7075055" y="3920727"/>
            <a:ext cx="1390073" cy="27855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65128" y="4014620"/>
            <a:ext cx="35051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해당 위치에 </a:t>
            </a:r>
            <a:r>
              <a:rPr lang="en-US" altLang="ko-KR" dirty="0" smtClean="0"/>
              <a:t>branch</a:t>
            </a:r>
            <a:r>
              <a:rPr lang="ko-KR" altLang="en-US" dirty="0" smtClean="0"/>
              <a:t>가 생성됨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94521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979" y="513749"/>
            <a:ext cx="6039693" cy="26006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2706" y="-8169"/>
            <a:ext cx="11078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13-2. </a:t>
            </a:r>
            <a:r>
              <a:rPr lang="ko-KR" altLang="en-US" dirty="0" smtClean="0"/>
              <a:t>받고자 하는 </a:t>
            </a:r>
            <a:r>
              <a:rPr lang="en-US" altLang="ko-KR" dirty="0" smtClean="0"/>
              <a:t>Branch</a:t>
            </a:r>
            <a:r>
              <a:rPr lang="ko-KR" altLang="en-US" dirty="0" smtClean="0"/>
              <a:t>를 </a:t>
            </a:r>
            <a:r>
              <a:rPr lang="ko-KR" altLang="en-US" dirty="0" err="1" smtClean="0"/>
              <a:t>선택후</a:t>
            </a:r>
            <a:r>
              <a:rPr lang="ko-KR" altLang="en-US" dirty="0" smtClean="0"/>
              <a:t> </a:t>
            </a:r>
            <a:r>
              <a:rPr lang="en-US" altLang="ko-KR" dirty="0" smtClean="0"/>
              <a:t>[Switch to Branch]</a:t>
            </a:r>
            <a:r>
              <a:rPr lang="ko-KR" altLang="en-US" dirty="0" smtClean="0"/>
              <a:t>를 클릭한다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1503662" y="1981180"/>
            <a:ext cx="2975974" cy="2493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/>
          <p:cNvCxnSpPr/>
          <p:nvPr/>
        </p:nvCxnSpPr>
        <p:spPr>
          <a:xfrm flipV="1">
            <a:off x="3371273" y="1499511"/>
            <a:ext cx="988291" cy="50908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359565" y="1314844"/>
            <a:ext cx="119149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클릭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 flipV="1">
            <a:off x="5415972" y="1981180"/>
            <a:ext cx="240145" cy="2723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/>
          <p:cNvCxnSpPr/>
          <p:nvPr/>
        </p:nvCxnSpPr>
        <p:spPr>
          <a:xfrm>
            <a:off x="5415972" y="2253548"/>
            <a:ext cx="661555" cy="4586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750263" y="2732548"/>
            <a:ext cx="373795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2. [Switch to Branch] </a:t>
            </a:r>
            <a:r>
              <a:rPr lang="ko-KR" altLang="en-US" dirty="0" smtClean="0"/>
              <a:t>아이콘 클릭</a:t>
            </a:r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402706" y="3152362"/>
            <a:ext cx="11078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13-3. Studio </a:t>
            </a:r>
            <a:r>
              <a:rPr lang="ko-KR" altLang="en-US" dirty="0" smtClean="0"/>
              <a:t>상단에 아래의 이미지처럼 활성화 되면 설명대로 진행하면 된다 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633" y="3613493"/>
            <a:ext cx="5165365" cy="1870355"/>
          </a:xfrm>
          <a:prstGeom prst="rect">
            <a:avLst/>
          </a:prstGeom>
        </p:spPr>
      </p:pic>
      <p:sp>
        <p:nvSpPr>
          <p:cNvPr id="18" name="직사각형 17"/>
          <p:cNvSpPr/>
          <p:nvPr/>
        </p:nvSpPr>
        <p:spPr>
          <a:xfrm>
            <a:off x="677008" y="4230900"/>
            <a:ext cx="4738964" cy="3491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9" name="직선 화살표 연결선 18"/>
          <p:cNvCxnSpPr/>
          <p:nvPr/>
        </p:nvCxnSpPr>
        <p:spPr>
          <a:xfrm>
            <a:off x="2567709" y="4580017"/>
            <a:ext cx="0" cy="61740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981199" y="5190334"/>
            <a:ext cx="157480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</a:t>
            </a:r>
            <a:r>
              <a:rPr lang="en-US" altLang="ko-KR" smtClean="0"/>
              <a:t>. </a:t>
            </a:r>
            <a:r>
              <a:rPr lang="ko-KR" altLang="en-US" dirty="0" err="1" smtClean="0"/>
              <a:t>엔터입력</a:t>
            </a:r>
            <a:endParaRPr lang="ko-KR" altLang="en-US" dirty="0"/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5681" y="3811841"/>
            <a:ext cx="5706271" cy="790685"/>
          </a:xfrm>
          <a:prstGeom prst="rect">
            <a:avLst/>
          </a:prstGeom>
        </p:spPr>
      </p:pic>
      <p:sp>
        <p:nvSpPr>
          <p:cNvPr id="24" name="직사각형 23"/>
          <p:cNvSpPr/>
          <p:nvPr/>
        </p:nvSpPr>
        <p:spPr>
          <a:xfrm>
            <a:off x="6075681" y="4059128"/>
            <a:ext cx="2080028" cy="3491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5" name="직선 화살표 연결선 24"/>
          <p:cNvCxnSpPr/>
          <p:nvPr/>
        </p:nvCxnSpPr>
        <p:spPr>
          <a:xfrm>
            <a:off x="7167418" y="4502994"/>
            <a:ext cx="0" cy="61740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80908" y="5113311"/>
            <a:ext cx="476134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받고자 하는 </a:t>
            </a:r>
            <a:r>
              <a:rPr lang="en-US" altLang="ko-KR" dirty="0" smtClean="0"/>
              <a:t>branch </a:t>
            </a:r>
            <a:r>
              <a:rPr lang="ko-KR" altLang="en-US" dirty="0" smtClean="0"/>
              <a:t>명 확인후 </a:t>
            </a:r>
            <a:r>
              <a:rPr lang="ko-KR" altLang="en-US" dirty="0" err="1" smtClean="0"/>
              <a:t>엔터입력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6415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518161" y="10054"/>
            <a:ext cx="11078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13-4. </a:t>
            </a:r>
            <a:r>
              <a:rPr lang="ko-KR" altLang="en-US" dirty="0" smtClean="0"/>
              <a:t>오른쪽 하단에 아래와 </a:t>
            </a:r>
            <a:r>
              <a:rPr lang="ko-KR" altLang="en-US" dirty="0" err="1" smtClean="0"/>
              <a:t>이미치</a:t>
            </a:r>
            <a:r>
              <a:rPr lang="ko-KR" altLang="en-US" dirty="0" smtClean="0"/>
              <a:t> 처럼 보이면 </a:t>
            </a:r>
            <a:r>
              <a:rPr lang="en-US" altLang="ko-KR" dirty="0" smtClean="0"/>
              <a:t>branch</a:t>
            </a:r>
            <a:r>
              <a:rPr lang="ko-KR" altLang="en-US" dirty="0" smtClean="0"/>
              <a:t>를 받고 있음 </a:t>
            </a:r>
            <a:endParaRPr lang="ko-KR" altLang="en-US" dirty="0"/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973" y="396946"/>
            <a:ext cx="4572638" cy="10764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18161" y="1507205"/>
            <a:ext cx="11078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13-5. </a:t>
            </a:r>
            <a:r>
              <a:rPr lang="ko-KR" altLang="en-US" dirty="0" smtClean="0"/>
              <a:t>완료가 되면 </a:t>
            </a:r>
            <a:r>
              <a:rPr lang="en-US" altLang="ko-KR" dirty="0" smtClean="0"/>
              <a:t>Source Control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Branch</a:t>
            </a:r>
            <a:r>
              <a:rPr lang="ko-KR" altLang="en-US" dirty="0" smtClean="0"/>
              <a:t>에 받아진  </a:t>
            </a:r>
            <a:r>
              <a:rPr lang="en-US" altLang="ko-KR" dirty="0" smtClean="0"/>
              <a:t>branch</a:t>
            </a:r>
            <a:r>
              <a:rPr lang="ko-KR" altLang="en-US" dirty="0" smtClean="0"/>
              <a:t>가 보이며 </a:t>
            </a:r>
            <a:r>
              <a:rPr lang="en-US" altLang="ko-KR" dirty="0" err="1" smtClean="0"/>
              <a:t>commi</a:t>
            </a:r>
            <a:r>
              <a:rPr lang="ko-KR" altLang="en-US" dirty="0" smtClean="0"/>
              <a:t>을 보면 선택되 </a:t>
            </a:r>
            <a:r>
              <a:rPr lang="en-US" altLang="ko-KR" dirty="0" smtClean="0"/>
              <a:t>Branch</a:t>
            </a:r>
            <a:r>
              <a:rPr lang="ko-KR" altLang="en-US" dirty="0" smtClean="0"/>
              <a:t>의 </a:t>
            </a:r>
            <a:r>
              <a:rPr lang="en-US" altLang="ko-KR" dirty="0"/>
              <a:t> </a:t>
            </a:r>
            <a:r>
              <a:rPr lang="ko-KR" altLang="en-US" dirty="0" smtClean="0"/>
              <a:t>이력을 </a:t>
            </a:r>
            <a:r>
              <a:rPr lang="ko-KR" altLang="en-US" dirty="0" err="1" smtClean="0"/>
              <a:t>볼수</a:t>
            </a:r>
            <a:r>
              <a:rPr lang="ko-KR" altLang="en-US" dirty="0" smtClean="0"/>
              <a:t> 있음  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01" y="2153536"/>
            <a:ext cx="4549087" cy="3339836"/>
          </a:xfrm>
          <a:prstGeom prst="rect">
            <a:avLst/>
          </a:prstGeom>
        </p:spPr>
      </p:pic>
      <p:sp>
        <p:nvSpPr>
          <p:cNvPr id="27" name="직사각형 26"/>
          <p:cNvSpPr/>
          <p:nvPr/>
        </p:nvSpPr>
        <p:spPr>
          <a:xfrm>
            <a:off x="1205349" y="4194591"/>
            <a:ext cx="4194638" cy="2493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화살표 연결선 27"/>
          <p:cNvCxnSpPr/>
          <p:nvPr/>
        </p:nvCxnSpPr>
        <p:spPr>
          <a:xfrm>
            <a:off x="5357092" y="4319281"/>
            <a:ext cx="1777208" cy="44107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245696" y="4803699"/>
            <a:ext cx="540637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새로 받아진 </a:t>
            </a:r>
            <a:r>
              <a:rPr lang="en-US" altLang="ko-KR" dirty="0" smtClean="0"/>
              <a:t>SITE/</a:t>
            </a:r>
            <a:r>
              <a:rPr lang="en-US" altLang="ko-KR" dirty="0" err="1" smtClean="0"/>
              <a:t>SITE_Neis_Portal</a:t>
            </a:r>
            <a:r>
              <a:rPr lang="ko-KR" altLang="en-US" dirty="0" smtClean="0"/>
              <a:t> </a:t>
            </a:r>
            <a:r>
              <a:rPr lang="en-US" altLang="ko-KR" dirty="0" smtClean="0"/>
              <a:t>_21.0.0.1440 Branch</a:t>
            </a:r>
            <a:endParaRPr lang="ko-KR" altLang="en-US" dirty="0"/>
          </a:p>
        </p:txBody>
      </p:sp>
      <p:sp>
        <p:nvSpPr>
          <p:cNvPr id="32" name="직사각형 31"/>
          <p:cNvSpPr/>
          <p:nvPr/>
        </p:nvSpPr>
        <p:spPr>
          <a:xfrm>
            <a:off x="1205348" y="2186527"/>
            <a:ext cx="4194639" cy="17112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화살표 연결선 32"/>
          <p:cNvCxnSpPr/>
          <p:nvPr/>
        </p:nvCxnSpPr>
        <p:spPr>
          <a:xfrm>
            <a:off x="5399987" y="2945753"/>
            <a:ext cx="1777208" cy="44107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134300" y="3146805"/>
            <a:ext cx="50577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SITE/</a:t>
            </a:r>
            <a:r>
              <a:rPr lang="en-US" altLang="ko-KR" dirty="0" err="1" smtClean="0"/>
              <a:t>SITE_Neis_Portal</a:t>
            </a:r>
            <a:r>
              <a:rPr lang="ko-KR" altLang="en-US" dirty="0" smtClean="0"/>
              <a:t> </a:t>
            </a:r>
            <a:r>
              <a:rPr lang="en-US" altLang="ko-KR" dirty="0" smtClean="0"/>
              <a:t>_21.0.0.1440 Branch </a:t>
            </a:r>
            <a:r>
              <a:rPr lang="ko-KR" altLang="en-US" dirty="0" smtClean="0"/>
              <a:t>이력</a:t>
            </a:r>
            <a:endParaRPr lang="ko-KR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402706" y="5631083"/>
            <a:ext cx="11078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13-6.  </a:t>
            </a:r>
            <a:r>
              <a:rPr lang="ko-KR" altLang="en-US" dirty="0" smtClean="0"/>
              <a:t>화면 좌측 하단에 현재 선택된 </a:t>
            </a:r>
            <a:r>
              <a:rPr lang="en-US" altLang="ko-KR" dirty="0" smtClean="0"/>
              <a:t>branch</a:t>
            </a:r>
            <a:r>
              <a:rPr lang="ko-KR" altLang="en-US" dirty="0" smtClean="0"/>
              <a:t>를 확인할 수 </a:t>
            </a:r>
            <a:r>
              <a:rPr lang="ko-KR" altLang="en-US" dirty="0"/>
              <a:t>있</a:t>
            </a:r>
            <a:r>
              <a:rPr lang="ko-KR" altLang="en-US" dirty="0" smtClean="0"/>
              <a:t>음 </a:t>
            </a:r>
            <a:endParaRPr lang="ko-KR" altLang="en-US" dirty="0"/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466" y="6032556"/>
            <a:ext cx="10444674" cy="478643"/>
          </a:xfrm>
          <a:prstGeom prst="rect">
            <a:avLst/>
          </a:prstGeom>
        </p:spPr>
      </p:pic>
      <p:sp>
        <p:nvSpPr>
          <p:cNvPr id="37" name="직사각형 36"/>
          <p:cNvSpPr/>
          <p:nvPr/>
        </p:nvSpPr>
        <p:spPr>
          <a:xfrm>
            <a:off x="1388227" y="6069926"/>
            <a:ext cx="3830318" cy="3491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28548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27" y="924315"/>
            <a:ext cx="4121523" cy="23848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323" y="185651"/>
            <a:ext cx="11078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14. </a:t>
            </a:r>
            <a:r>
              <a:rPr lang="ko-KR" altLang="en-US" dirty="0" smtClean="0"/>
              <a:t>소스 수정 및 반영하는 방법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1016000" y="976622"/>
            <a:ext cx="277091" cy="2493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0378" y="554983"/>
            <a:ext cx="11078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14-1. Studio </a:t>
            </a:r>
            <a:r>
              <a:rPr lang="ko-KR" altLang="en-US" dirty="0" smtClean="0"/>
              <a:t>좌측 </a:t>
            </a:r>
            <a:r>
              <a:rPr lang="en-US" altLang="ko-KR" dirty="0" smtClean="0"/>
              <a:t>Explorer</a:t>
            </a:r>
            <a:r>
              <a:rPr lang="ko-KR" altLang="en-US" dirty="0" smtClean="0"/>
              <a:t>를 클릭 후 수정할 파일을 접근한다  </a:t>
            </a:r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370378" y="3361442"/>
            <a:ext cx="11078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14-1. </a:t>
            </a:r>
            <a:r>
              <a:rPr lang="ko-KR" altLang="en-US" dirty="0" smtClean="0"/>
              <a:t>수정할 파일을 접근하여 수정을 한다 테스트를 위하여 아래의 파일로 진행하였음 </a:t>
            </a:r>
            <a:endParaRPr lang="en-US" altLang="ko-KR" dirty="0" smtClean="0"/>
          </a:p>
          <a:p>
            <a:r>
              <a:rPr lang="en-US" altLang="ko-KR" dirty="0" smtClean="0"/>
              <a:t>      (Accessibility_Comp.js, Accessibility_HTML5.js Accessibility_Runtime.js)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  </a:t>
            </a:r>
            <a:r>
              <a:rPr lang="ko-KR" altLang="en-US" dirty="0" smtClean="0"/>
              <a:t>수정이 되면 수정된 파일이 아래와 같이 표현됨  </a:t>
            </a:r>
            <a:r>
              <a:rPr lang="en-US" altLang="ko-KR" dirty="0" smtClean="0"/>
              <a:t>Source Control</a:t>
            </a:r>
            <a:r>
              <a:rPr lang="ko-KR" altLang="en-US" dirty="0" smtClean="0"/>
              <a:t>아이콘에 수정된 </a:t>
            </a:r>
            <a:r>
              <a:rPr lang="ko-KR" altLang="en-US" dirty="0" err="1" smtClean="0"/>
              <a:t>파일갯수가</a:t>
            </a:r>
            <a:r>
              <a:rPr lang="ko-KR" altLang="en-US" dirty="0" smtClean="0"/>
              <a:t> 보임 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091" y="4481935"/>
            <a:ext cx="3353268" cy="209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723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649" y="445481"/>
            <a:ext cx="3296110" cy="2953162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606642" y="772272"/>
            <a:ext cx="2837294" cy="18803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0377" y="29890"/>
            <a:ext cx="11078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14-3</a:t>
            </a:r>
            <a:r>
              <a:rPr lang="en-US" altLang="ko-KR" dirty="0"/>
              <a:t>. Source </a:t>
            </a:r>
            <a:r>
              <a:rPr lang="en-US" altLang="ko-KR" dirty="0" smtClean="0"/>
              <a:t>Control</a:t>
            </a:r>
            <a:r>
              <a:rPr lang="ko-KR" altLang="en-US" dirty="0" smtClean="0"/>
              <a:t> 접근하여 </a:t>
            </a:r>
            <a:r>
              <a:rPr lang="en-US" altLang="ko-KR" dirty="0" smtClean="0"/>
              <a:t>Source Control tab</a:t>
            </a:r>
            <a:r>
              <a:rPr lang="ko-KR" altLang="en-US" dirty="0" smtClean="0"/>
              <a:t>에 수정된 파일의 정보가 </a:t>
            </a:r>
            <a:r>
              <a:rPr lang="ko-KR" altLang="en-US" dirty="0"/>
              <a:t>있</a:t>
            </a:r>
            <a:r>
              <a:rPr lang="ko-KR" altLang="en-US" dirty="0" smtClean="0"/>
              <a:t>는지 확인한다 </a:t>
            </a:r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370378" y="3497246"/>
            <a:ext cx="11078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14-4. Message </a:t>
            </a:r>
            <a:r>
              <a:rPr lang="ko-KR" altLang="en-US" dirty="0" smtClean="0"/>
              <a:t>부분에 </a:t>
            </a:r>
            <a:r>
              <a:rPr lang="en-US" altLang="ko-KR" dirty="0" smtClean="0"/>
              <a:t>RP</a:t>
            </a:r>
            <a:r>
              <a:rPr lang="ko-KR" altLang="en-US" dirty="0" smtClean="0"/>
              <a:t>번호 및 내용을 작성 후  </a:t>
            </a:r>
            <a:r>
              <a:rPr lang="en-US" altLang="ko-KR" dirty="0" smtClean="0"/>
              <a:t>commit button</a:t>
            </a:r>
            <a:r>
              <a:rPr lang="ko-KR" altLang="en-US" dirty="0" smtClean="0"/>
              <a:t>을 클릭한다 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2649" y="3965181"/>
            <a:ext cx="3000794" cy="2838846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2396149" y="4355936"/>
            <a:ext cx="2837294" cy="9493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98860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그림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417" y="4471695"/>
            <a:ext cx="2788636" cy="236689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70377" y="39414"/>
            <a:ext cx="11078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14-5. commit </a:t>
            </a:r>
            <a:r>
              <a:rPr lang="ko-KR" altLang="en-US" dirty="0" smtClean="0"/>
              <a:t>전에 </a:t>
            </a:r>
            <a:r>
              <a:rPr lang="en-US" altLang="ko-KR" dirty="0" smtClean="0"/>
              <a:t>user.name, </a:t>
            </a:r>
            <a:r>
              <a:rPr lang="en-US" altLang="ko-KR" dirty="0" err="1" smtClean="0"/>
              <a:t>user.email</a:t>
            </a:r>
            <a:r>
              <a:rPr lang="ko-KR" altLang="en-US" dirty="0" smtClean="0"/>
              <a:t>을 설정 해야함 아래와 </a:t>
            </a:r>
            <a:r>
              <a:rPr lang="ko-KR" altLang="en-US" dirty="0" err="1" smtClean="0"/>
              <a:t>깉이</a:t>
            </a:r>
            <a:r>
              <a:rPr lang="ko-KR" altLang="en-US" dirty="0" smtClean="0"/>
              <a:t> 진행    </a:t>
            </a:r>
            <a:endParaRPr lang="ko-KR" altLang="en-US" dirty="0"/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77" y="540880"/>
            <a:ext cx="7256065" cy="3578447"/>
          </a:xfrm>
          <a:prstGeom prst="rect">
            <a:avLst/>
          </a:prstGeom>
        </p:spPr>
      </p:pic>
      <p:sp>
        <p:nvSpPr>
          <p:cNvPr id="28" name="직사각형 27"/>
          <p:cNvSpPr/>
          <p:nvPr/>
        </p:nvSpPr>
        <p:spPr>
          <a:xfrm>
            <a:off x="1620192" y="547477"/>
            <a:ext cx="634122" cy="3530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9" name="직선 화살표 연결선 28"/>
          <p:cNvCxnSpPr/>
          <p:nvPr/>
        </p:nvCxnSpPr>
        <p:spPr>
          <a:xfrm>
            <a:off x="2254314" y="655445"/>
            <a:ext cx="1663635" cy="13205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875053" y="547477"/>
            <a:ext cx="330434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Studio </a:t>
            </a:r>
            <a:r>
              <a:rPr lang="ko-KR" altLang="en-US" dirty="0" smtClean="0"/>
              <a:t>하단 </a:t>
            </a:r>
            <a:r>
              <a:rPr lang="en-US" altLang="ko-KR" dirty="0" smtClean="0"/>
              <a:t>TERMINAL</a:t>
            </a:r>
            <a:r>
              <a:rPr lang="ko-KR" altLang="en-US" dirty="0" smtClean="0"/>
              <a:t>클릭</a:t>
            </a:r>
            <a:endParaRPr lang="ko-KR" altLang="en-US" dirty="0"/>
          </a:p>
        </p:txBody>
      </p:sp>
      <p:sp>
        <p:nvSpPr>
          <p:cNvPr id="34" name="직사각형 33"/>
          <p:cNvSpPr/>
          <p:nvPr/>
        </p:nvSpPr>
        <p:spPr>
          <a:xfrm>
            <a:off x="1086416" y="4933845"/>
            <a:ext cx="2688879" cy="3530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35" name="직선 화살표 연결선 34"/>
          <p:cNvCxnSpPr/>
          <p:nvPr/>
        </p:nvCxnSpPr>
        <p:spPr>
          <a:xfrm>
            <a:off x="5821377" y="3787964"/>
            <a:ext cx="1718820" cy="1856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540197" y="3613738"/>
            <a:ext cx="390827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자신의 계정 정보 및 </a:t>
            </a:r>
            <a:r>
              <a:rPr lang="ko-KR" altLang="en-US" dirty="0" err="1" smtClean="0"/>
              <a:t>메일입력</a:t>
            </a:r>
            <a:endParaRPr lang="ko-KR" alt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370377" y="4134050"/>
            <a:ext cx="11078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14-6. </a:t>
            </a:r>
            <a:r>
              <a:rPr lang="en-US" altLang="ko-KR" dirty="0" err="1" smtClean="0"/>
              <a:t>Sysc</a:t>
            </a:r>
            <a:r>
              <a:rPr lang="en-US" altLang="ko-KR" dirty="0" smtClean="0"/>
              <a:t> Change</a:t>
            </a:r>
            <a:r>
              <a:rPr lang="ko-KR" altLang="en-US" dirty="0" smtClean="0"/>
              <a:t>를 클릭하면 </a:t>
            </a:r>
            <a:r>
              <a:rPr lang="en-US" altLang="ko-KR" dirty="0" smtClean="0"/>
              <a:t>alert</a:t>
            </a:r>
            <a:r>
              <a:rPr lang="ko-KR" altLang="en-US" dirty="0" smtClean="0"/>
              <a:t>이 활성화 되는 데 </a:t>
            </a:r>
            <a:r>
              <a:rPr lang="en-US" altLang="ko-KR" dirty="0" smtClean="0"/>
              <a:t>OK</a:t>
            </a:r>
            <a:r>
              <a:rPr lang="ko-KR" altLang="en-US" dirty="0" smtClean="0"/>
              <a:t>를 클릭한다  </a:t>
            </a:r>
            <a:endParaRPr lang="ko-KR" altLang="en-US" dirty="0"/>
          </a:p>
        </p:txBody>
      </p:sp>
      <p:pic>
        <p:nvPicPr>
          <p:cNvPr id="40" name="그림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425" y="5020331"/>
            <a:ext cx="5305425" cy="1657350"/>
          </a:xfrm>
          <a:prstGeom prst="rect">
            <a:avLst/>
          </a:prstGeom>
        </p:spPr>
      </p:pic>
      <p:sp>
        <p:nvSpPr>
          <p:cNvPr id="41" name="오른쪽 화살표 40"/>
          <p:cNvSpPr/>
          <p:nvPr/>
        </p:nvSpPr>
        <p:spPr>
          <a:xfrm>
            <a:off x="4491335" y="5655144"/>
            <a:ext cx="1035890" cy="4921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8369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45" y="552261"/>
            <a:ext cx="12054944" cy="3820563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289330" y="847615"/>
            <a:ext cx="11902669" cy="3530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70377" y="29890"/>
            <a:ext cx="11078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14-5.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log</a:t>
            </a:r>
            <a:r>
              <a:rPr lang="ko-KR" altLang="en-US" dirty="0" smtClean="0"/>
              <a:t>를 확인해보면 반영이 </a:t>
            </a:r>
            <a:r>
              <a:rPr lang="ko-KR" altLang="en-US" dirty="0" err="1" smtClean="0"/>
              <a:t>된것을</a:t>
            </a:r>
            <a:r>
              <a:rPr lang="ko-KR" altLang="en-US" dirty="0" smtClean="0"/>
              <a:t> 확인할 수 있음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13610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70377" y="29890"/>
            <a:ext cx="11078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14-5. </a:t>
            </a:r>
            <a:r>
              <a:rPr lang="ko-KR" altLang="en-US" dirty="0" smtClean="0"/>
              <a:t>참고사항</a:t>
            </a:r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704675" y="604007"/>
            <a:ext cx="112412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Git</a:t>
            </a:r>
            <a:r>
              <a:rPr lang="en-US" altLang="ko-KR" dirty="0" smtClean="0"/>
              <a:t> 2.5</a:t>
            </a:r>
            <a:r>
              <a:rPr lang="ko-KR" altLang="en-US" dirty="0" smtClean="0"/>
              <a:t>이상을 사용하고 </a:t>
            </a:r>
            <a:r>
              <a:rPr lang="ko-KR" altLang="en-US" dirty="0" err="1" smtClean="0"/>
              <a:t>있으고</a:t>
            </a:r>
            <a:r>
              <a:rPr lang="ko-KR" altLang="en-US" dirty="0" smtClean="0"/>
              <a:t> </a:t>
            </a:r>
            <a:r>
              <a:rPr lang="en-US" altLang="ko-KR" dirty="0" smtClean="0"/>
              <a:t>TFS</a:t>
            </a:r>
            <a:r>
              <a:rPr lang="ko-KR" altLang="en-US" dirty="0" smtClean="0"/>
              <a:t>서버를 사용하고 있으면  초기 </a:t>
            </a:r>
            <a:r>
              <a:rPr lang="ko-KR" altLang="en-US" dirty="0" err="1" smtClean="0"/>
              <a:t>설치시</a:t>
            </a:r>
            <a:r>
              <a:rPr lang="ko-KR" altLang="en-US" dirty="0" smtClean="0"/>
              <a:t> </a:t>
            </a:r>
            <a:r>
              <a:rPr lang="en-US" altLang="ko-KR" dirty="0" smtClean="0"/>
              <a:t>NTLM </a:t>
            </a:r>
            <a:r>
              <a:rPr lang="ko-KR" altLang="en-US" dirty="0" smtClean="0"/>
              <a:t>인증 에러가 무조건 발생합니다 </a:t>
            </a:r>
            <a:endParaRPr lang="en-US" altLang="ko-KR" dirty="0" smtClean="0"/>
          </a:p>
          <a:p>
            <a:r>
              <a:rPr lang="ko-KR" altLang="en-US" dirty="0" smtClean="0"/>
              <a:t>기존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2.4</a:t>
            </a:r>
            <a:r>
              <a:rPr lang="ko-KR" altLang="en-US" dirty="0" smtClean="0"/>
              <a:t>이하 </a:t>
            </a:r>
            <a:r>
              <a:rPr lang="ko-KR" altLang="en-US" dirty="0" err="1" smtClean="0"/>
              <a:t>버전느</a:t>
            </a:r>
            <a:r>
              <a:rPr lang="ko-KR" altLang="en-US" dirty="0" smtClean="0"/>
              <a:t> </a:t>
            </a:r>
            <a:r>
              <a:rPr lang="en-US" altLang="ko-KR" dirty="0" smtClean="0"/>
              <a:t>NTLM</a:t>
            </a:r>
            <a:r>
              <a:rPr lang="ko-KR" altLang="en-US" dirty="0" smtClean="0"/>
              <a:t>허용이 자동으로 허용하고 있는데 </a:t>
            </a:r>
            <a:r>
              <a:rPr lang="en-US" altLang="ko-KR" dirty="0" smtClean="0"/>
              <a:t>Git2.5</a:t>
            </a:r>
            <a:r>
              <a:rPr lang="ko-KR" altLang="en-US" dirty="0" smtClean="0"/>
              <a:t>이상은 </a:t>
            </a:r>
            <a:r>
              <a:rPr lang="en-US" altLang="ko-KR" dirty="0" smtClean="0"/>
              <a:t>NTLM</a:t>
            </a:r>
            <a:r>
              <a:rPr lang="ko-KR" altLang="en-US" dirty="0" smtClean="0"/>
              <a:t>허용이 해제가 된 상태입니다 </a:t>
            </a:r>
            <a:endParaRPr lang="en-US" altLang="ko-KR" dirty="0" smtClean="0"/>
          </a:p>
          <a:p>
            <a:pPr marL="0" lvl="2"/>
            <a:r>
              <a:rPr lang="ko-KR" altLang="en-US" dirty="0" smtClean="0"/>
              <a:t>그래서 </a:t>
            </a:r>
            <a:r>
              <a:rPr lang="en-US" altLang="ko-KR" dirty="0" err="1" smtClean="0"/>
              <a:t>cmd</a:t>
            </a:r>
            <a:r>
              <a:rPr lang="en-US" altLang="ko-KR" dirty="0" smtClean="0"/>
              <a:t> </a:t>
            </a:r>
            <a:r>
              <a:rPr lang="ko-KR" altLang="en-US" dirty="0" smtClean="0"/>
              <a:t>에서 </a:t>
            </a:r>
            <a:r>
              <a:rPr lang="en-US" altLang="ko-KR" dirty="0" err="1"/>
              <a:t>git</a:t>
            </a:r>
            <a:r>
              <a:rPr lang="en-US" altLang="ko-KR" dirty="0"/>
              <a:t> </a:t>
            </a:r>
            <a:r>
              <a:rPr lang="en-US" altLang="ko-KR" dirty="0" err="1"/>
              <a:t>config</a:t>
            </a:r>
            <a:r>
              <a:rPr lang="en-US" altLang="ko-KR" dirty="0"/>
              <a:t> --global </a:t>
            </a:r>
            <a:r>
              <a:rPr lang="en-US" altLang="ko-KR" dirty="0" err="1"/>
              <a:t>http.https</a:t>
            </a:r>
            <a:r>
              <a:rPr lang="en-US" altLang="ko-KR" dirty="0"/>
              <a:t>://tfs2.tobesoft.com:9443.allowNTLMAuth </a:t>
            </a:r>
            <a:r>
              <a:rPr lang="en-US" altLang="ko-KR" dirty="0" smtClean="0"/>
              <a:t>true </a:t>
            </a:r>
            <a:r>
              <a:rPr lang="ko-KR" altLang="en-US" dirty="0" smtClean="0"/>
              <a:t>해야   됩니다 </a:t>
            </a:r>
            <a:endParaRPr lang="en-US" altLang="ko-KR" dirty="0"/>
          </a:p>
          <a:p>
            <a:r>
              <a:rPr lang="ko-KR" altLang="en-US" dirty="0" smtClean="0"/>
              <a:t> </a:t>
            </a:r>
            <a:r>
              <a:rPr lang="en-US" altLang="ko-KR" dirty="0" smtClean="0"/>
              <a:t> 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37175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2279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670</Words>
  <Application>Microsoft Office PowerPoint</Application>
  <PresentationFormat>와이드스크린</PresentationFormat>
  <Paragraphs>64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2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김동현</dc:creator>
  <cp:lastModifiedBy>sjrnfl13</cp:lastModifiedBy>
  <cp:revision>16</cp:revision>
  <dcterms:created xsi:type="dcterms:W3CDTF">2024-02-19T06:14:05Z</dcterms:created>
  <dcterms:modified xsi:type="dcterms:W3CDTF">2026-06-30T01:16:33Z</dcterms:modified>
</cp:coreProperties>
</file>